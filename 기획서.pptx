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7" r:id="rId3"/>
    <p:sldId id="268" r:id="rId4"/>
    <p:sldId id="272" r:id="rId5"/>
    <p:sldId id="273" r:id="rId6"/>
    <p:sldId id="259" r:id="rId7"/>
    <p:sldId id="263" r:id="rId8"/>
    <p:sldId id="264" r:id="rId9"/>
    <p:sldId id="262" r:id="rId10"/>
    <p:sldId id="261" r:id="rId11"/>
    <p:sldId id="265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5.01.09 - 기본 구역" id="{EF5BABD7-FE0F-47D4-9596-254BD737E3FA}">
          <p14:sldIdLst>
            <p14:sldId id="271"/>
          </p14:sldIdLst>
        </p14:section>
        <p14:section name="25.01.09 - PC" id="{C73594A6-B5E3-43E5-B30D-3348C029B346}">
          <p14:sldIdLst>
            <p14:sldId id="267"/>
            <p14:sldId id="268"/>
          </p14:sldIdLst>
        </p14:section>
        <p14:section name="25.01.09 - Mobile" id="{A0D39EA1-EF23-4727-8E39-8D13B98ABB97}">
          <p14:sldIdLst>
            <p14:sldId id="272"/>
            <p14:sldId id="273"/>
          </p14:sldIdLst>
        </p14:section>
        <p14:section name="24.12.03 - 기본 구역" id="{9CFD240C-F6E5-46E1-9294-A40F6060D233}">
          <p14:sldIdLst>
            <p14:sldId id="259"/>
            <p14:sldId id="263"/>
            <p14:sldId id="264"/>
          </p14:sldIdLst>
        </p14:section>
        <p14:section name="24.12.03 - PC" id="{6F4891D4-FC62-469E-BC15-8DF4CECAEF3F}">
          <p14:sldIdLst>
            <p14:sldId id="262"/>
            <p14:sldId id="261"/>
          </p14:sldIdLst>
        </p14:section>
        <p14:section name="24.12.03 - Mobile" id="{BD34B754-237F-4D57-A4C8-4C47E68F86F7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DFDFD"/>
    <a:srgbClr val="B0B0B0"/>
    <a:srgbClr val="3A3A3A"/>
    <a:srgbClr val="7EA05F"/>
    <a:srgbClr val="2A2A2A"/>
    <a:srgbClr val="DAD7E3"/>
    <a:srgbClr val="E9E6C2"/>
    <a:srgbClr val="ADCEBF"/>
    <a:srgbClr val="B1C3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89" d="100"/>
          <a:sy n="89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11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64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38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79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23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066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34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88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762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43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878C1-3704-4E3F-8293-7DA88874E399}" type="datetimeFigureOut">
              <a:rPr lang="ko-KR" altLang="en-US" smtClean="0"/>
              <a:t>2025-01-09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B1140-BC01-421B-83D9-CE8C25D29E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4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공통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000" y="658026"/>
            <a:ext cx="6084000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현재는 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JSON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에 안의 컨텐츠를 입력하고 있으나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화면 상에서 입력가능하게 만드는 것은 어떨지 고민중</a:t>
            </a:r>
            <a:endParaRPr lang="en-US" altLang="ko-KR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096000" y="658026"/>
            <a:ext cx="6084000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420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인덱스 페이지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33802" y="658026"/>
            <a:ext cx="3458198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1.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드롭다운 가능 아이콘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-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평소에는   아이콘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-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드롭다운 시에는   아이콘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2.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드롭다운 영역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-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각 항목을 보다 쉽게 구분하기 위해 라인 필요 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486901" y="1207093"/>
            <a:ext cx="5760000" cy="5101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1828801" y="3185412"/>
            <a:ext cx="5076200" cy="38404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B0B0B0"/>
                </a:solidFill>
              </a:rPr>
              <a:t>STUDY</a:t>
            </a:r>
            <a:endParaRPr lang="ko-KR" altLang="en-US" b="1">
              <a:solidFill>
                <a:srgbClr val="B0B0B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828701" y="3566095"/>
            <a:ext cx="2538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Development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366901" y="3566095"/>
            <a:ext cx="2538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Cooking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866430" y="3578223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1</a:t>
            </a:r>
            <a:endParaRPr lang="ko-KR" altLang="en-US" sz="800" b="1"/>
          </a:p>
        </p:txBody>
      </p:sp>
      <p:sp>
        <p:nvSpPr>
          <p:cNvPr id="16" name="직사각형 15"/>
          <p:cNvSpPr/>
          <p:nvPr/>
        </p:nvSpPr>
        <p:spPr>
          <a:xfrm>
            <a:off x="5927451" y="3281550"/>
            <a:ext cx="2268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154251" y="3281550"/>
            <a:ext cx="2268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381051" y="3281550"/>
            <a:ext cx="2268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607851" y="3281550"/>
            <a:ext cx="2268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962626" y="3310125"/>
            <a:ext cx="158139" cy="13221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189426" y="3309933"/>
            <a:ext cx="158139" cy="132210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417081" y="3310125"/>
            <a:ext cx="158139" cy="132210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643881" y="3309933"/>
            <a:ext cx="158139" cy="132210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828701" y="3757292"/>
            <a:ext cx="2538000" cy="73088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HTML</a:t>
            </a: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CSS</a:t>
            </a: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JAVASCRIPT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>
                <a:solidFill>
                  <a:srgbClr val="B0B0B0"/>
                </a:solidFill>
              </a:rPr>
              <a:t>CODE </a:t>
            </a:r>
            <a:r>
              <a:rPr lang="en-US" altLang="ko-KR" sz="700" b="1" smtClean="0">
                <a:solidFill>
                  <a:srgbClr val="B0B0B0"/>
                </a:solidFill>
              </a:rPr>
              <a:t>TEST</a:t>
            </a:r>
            <a:endParaRPr lang="ko-KR" altLang="en-US" sz="700" b="1">
              <a:solidFill>
                <a:srgbClr val="B0B0B0"/>
              </a:solidFill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1950621" y="3954780"/>
            <a:ext cx="2324199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950621" y="4133850"/>
            <a:ext cx="2324199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950621" y="4316730"/>
            <a:ext cx="2324199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이등변 삼각형 25"/>
          <p:cNvSpPr/>
          <p:nvPr/>
        </p:nvSpPr>
        <p:spPr>
          <a:xfrm rot="10800000">
            <a:off x="4220210" y="3636010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019010" y="4053713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2</a:t>
            </a:r>
            <a:endParaRPr lang="ko-KR" altLang="en-US" sz="800" b="1"/>
          </a:p>
        </p:txBody>
      </p:sp>
      <p:sp>
        <p:nvSpPr>
          <p:cNvPr id="32" name="이등변 삼각형 31"/>
          <p:cNvSpPr/>
          <p:nvPr/>
        </p:nvSpPr>
        <p:spPr>
          <a:xfrm rot="5400000">
            <a:off x="9784016" y="986790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이등변 삼각형 32"/>
          <p:cNvSpPr/>
          <p:nvPr/>
        </p:nvSpPr>
        <p:spPr>
          <a:xfrm rot="10800000">
            <a:off x="10417181" y="1201604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50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메인페이지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33802" y="658026"/>
            <a:ext cx="3458198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1. fixed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로 상단 고정 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2.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사이드바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활성화 영역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-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커서 갖다대면 활성화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3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사이드바 영역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-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각 항목이 노출되며 상단 레벨의 항목은 드롭다운 아이콘으로 표시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4.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사이드 바와 본문의 내용이 너무 붙어있으면 보기 안좋기에 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padding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처리 필요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16380" y="1398826"/>
            <a:ext cx="5730521" cy="49101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1828801" y="2435255"/>
            <a:ext cx="5076200" cy="3150363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b="1">
              <a:solidFill>
                <a:srgbClr val="B0B0B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828801" y="2434714"/>
            <a:ext cx="5076200" cy="450162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smtClean="0">
                <a:solidFill>
                  <a:srgbClr val="B0B0B0"/>
                </a:solidFill>
              </a:rPr>
              <a:t>제목</a:t>
            </a:r>
            <a:endParaRPr lang="ko-KR" altLang="en-US" sz="2000" b="1">
              <a:solidFill>
                <a:srgbClr val="B0B0B0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828801" y="2884875"/>
            <a:ext cx="231747" cy="1323047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828800" y="4207922"/>
            <a:ext cx="231747" cy="1378425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사용법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060547" y="2884875"/>
            <a:ext cx="4844454" cy="1323047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 작성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121507" y="4267200"/>
            <a:ext cx="2361600" cy="1262921"/>
          </a:xfrm>
          <a:prstGeom prst="rect">
            <a:avLst/>
          </a:prstGeom>
          <a:solidFill>
            <a:schemeClr val="tx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482774" y="4267200"/>
            <a:ext cx="2361600" cy="1262921"/>
          </a:xfrm>
          <a:prstGeom prst="rect">
            <a:avLst/>
          </a:prstGeom>
          <a:solidFill>
            <a:schemeClr val="tx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828701" y="6100681"/>
            <a:ext cx="5076200" cy="458681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smtClean="0">
                <a:solidFill>
                  <a:srgbClr val="B0B0B0"/>
                </a:solidFill>
              </a:rPr>
              <a:t>제목</a:t>
            </a:r>
            <a:r>
              <a:rPr lang="en-US" altLang="ko-KR" sz="2000" b="1" smtClean="0">
                <a:solidFill>
                  <a:srgbClr val="B0B0B0"/>
                </a:solidFill>
              </a:rPr>
              <a:t>2</a:t>
            </a:r>
            <a:endParaRPr lang="ko-KR" altLang="en-US" sz="2000" b="1">
              <a:solidFill>
                <a:srgbClr val="B0B0B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602805" y="5836778"/>
            <a:ext cx="5567116" cy="0"/>
          </a:xfrm>
          <a:prstGeom prst="line">
            <a:avLst/>
          </a:prstGeom>
          <a:ln w="28575">
            <a:solidFill>
              <a:srgbClr val="B0B0B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1486901" y="6318541"/>
            <a:ext cx="5759999" cy="45868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b="1">
              <a:solidFill>
                <a:srgbClr val="B0B0B0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826111" y="1406074"/>
            <a:ext cx="693098" cy="491246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ko-KR" sz="700" b="1" smtClean="0">
              <a:solidFill>
                <a:srgbClr val="B0B0B0"/>
              </a:solidFill>
            </a:endParaRPr>
          </a:p>
          <a:p>
            <a:pPr algn="ctr"/>
            <a:endParaRPr lang="en-US" altLang="ko-KR" sz="700" b="1">
              <a:solidFill>
                <a:srgbClr val="B0B0B0"/>
              </a:solidFill>
            </a:endParaRPr>
          </a:p>
          <a:p>
            <a:pPr algn="ctr"/>
            <a:endParaRPr lang="en-US" altLang="ko-KR" sz="700" b="1" smtClean="0">
              <a:solidFill>
                <a:srgbClr val="B0B0B0"/>
              </a:solidFill>
            </a:endParaRPr>
          </a:p>
          <a:p>
            <a:r>
              <a:rPr lang="en-US" altLang="ko-KR" sz="700" b="1" smtClean="0">
                <a:solidFill>
                  <a:srgbClr val="B0B0B0"/>
                </a:solidFill>
              </a:rPr>
              <a:t>HTML</a:t>
            </a:r>
          </a:p>
          <a:p>
            <a:r>
              <a:rPr lang="en-US" altLang="ko-KR" sz="700" b="1">
                <a:solidFill>
                  <a:srgbClr val="B0B0B0"/>
                </a:solidFill>
              </a:rPr>
              <a:t> </a:t>
            </a:r>
            <a:r>
              <a:rPr lang="en-US" altLang="ko-KR" sz="700" b="1" smtClean="0">
                <a:solidFill>
                  <a:srgbClr val="B0B0B0"/>
                </a:solidFill>
              </a:rPr>
              <a:t>  </a:t>
            </a:r>
            <a:r>
              <a:rPr lang="ko-KR" altLang="en-US" sz="700" b="1" smtClean="0">
                <a:solidFill>
                  <a:srgbClr val="B0B0B0"/>
                </a:solidFill>
              </a:rPr>
              <a:t>항목</a:t>
            </a:r>
            <a:r>
              <a:rPr lang="en-US" altLang="ko-KR" sz="700" b="1" smtClean="0">
                <a:solidFill>
                  <a:srgbClr val="B0B0B0"/>
                </a:solidFill>
              </a:rPr>
              <a:t>1</a:t>
            </a:r>
          </a:p>
          <a:p>
            <a:r>
              <a:rPr lang="en-US" altLang="ko-KR" sz="700" b="1">
                <a:solidFill>
                  <a:srgbClr val="B0B0B0"/>
                </a:solidFill>
              </a:rPr>
              <a:t> </a:t>
            </a:r>
            <a:r>
              <a:rPr lang="en-US" altLang="ko-KR" sz="700" b="1" smtClean="0">
                <a:solidFill>
                  <a:srgbClr val="B0B0B0"/>
                </a:solidFill>
              </a:rPr>
              <a:t>  </a:t>
            </a:r>
            <a:r>
              <a:rPr lang="ko-KR" altLang="en-US" sz="700" b="1" smtClean="0">
                <a:solidFill>
                  <a:srgbClr val="B0B0B0"/>
                </a:solidFill>
              </a:rPr>
              <a:t>항목</a:t>
            </a:r>
            <a:r>
              <a:rPr lang="en-US" altLang="ko-KR" sz="700" b="1" smtClean="0">
                <a:solidFill>
                  <a:srgbClr val="B0B0B0"/>
                </a:solidFill>
              </a:rPr>
              <a:t>2</a:t>
            </a:r>
          </a:p>
          <a:p>
            <a:r>
              <a:rPr lang="en-US" altLang="ko-KR" sz="700" b="1">
                <a:solidFill>
                  <a:srgbClr val="B0B0B0"/>
                </a:solidFill>
              </a:rPr>
              <a:t> </a:t>
            </a:r>
            <a:r>
              <a:rPr lang="en-US" altLang="ko-KR" sz="700" b="1" smtClean="0">
                <a:solidFill>
                  <a:srgbClr val="B0B0B0"/>
                </a:solidFill>
              </a:rPr>
              <a:t>      </a:t>
            </a:r>
            <a:r>
              <a:rPr lang="ko-KR" altLang="en-US" sz="700" b="1" smtClean="0">
                <a:solidFill>
                  <a:srgbClr val="B0B0B0"/>
                </a:solidFill>
              </a:rPr>
              <a:t>세부</a:t>
            </a:r>
            <a:r>
              <a:rPr lang="en-US" altLang="ko-KR" sz="700" b="1" smtClean="0">
                <a:solidFill>
                  <a:srgbClr val="B0B0B0"/>
                </a:solidFill>
              </a:rPr>
              <a:t>1</a:t>
            </a:r>
          </a:p>
          <a:p>
            <a:r>
              <a:rPr lang="en-US" altLang="ko-KR" sz="700" b="1">
                <a:solidFill>
                  <a:srgbClr val="B0B0B0"/>
                </a:solidFill>
              </a:rPr>
              <a:t> </a:t>
            </a:r>
            <a:r>
              <a:rPr lang="en-US" altLang="ko-KR" sz="700" b="1" smtClean="0">
                <a:solidFill>
                  <a:srgbClr val="B0B0B0"/>
                </a:solidFill>
              </a:rPr>
              <a:t>      </a:t>
            </a:r>
            <a:r>
              <a:rPr lang="ko-KR" altLang="en-US" sz="700" b="1" smtClean="0">
                <a:solidFill>
                  <a:srgbClr val="B0B0B0"/>
                </a:solidFill>
              </a:rPr>
              <a:t>세부</a:t>
            </a:r>
            <a:r>
              <a:rPr lang="en-US" altLang="ko-KR" sz="700" b="1" smtClean="0">
                <a:solidFill>
                  <a:srgbClr val="B0B0B0"/>
                </a:solidFill>
              </a:rPr>
              <a:t>2</a:t>
            </a:r>
          </a:p>
          <a:p>
            <a:endParaRPr lang="en-US" altLang="ko-KR" sz="700" b="1" smtClean="0">
              <a:solidFill>
                <a:srgbClr val="B0B0B0"/>
              </a:solidFill>
            </a:endParaRPr>
          </a:p>
          <a:p>
            <a:endParaRPr lang="en-US" altLang="ko-KR" sz="700" b="1">
              <a:solidFill>
                <a:srgbClr val="B0B0B0"/>
              </a:solidFill>
            </a:endParaRPr>
          </a:p>
          <a:p>
            <a:r>
              <a:rPr lang="en-US" altLang="ko-KR" sz="700" b="1" smtClean="0">
                <a:solidFill>
                  <a:srgbClr val="B0B0B0"/>
                </a:solidFill>
              </a:rPr>
              <a:t>CSS</a:t>
            </a:r>
            <a:endParaRPr lang="en-US" altLang="ko-KR" sz="700" b="1">
              <a:solidFill>
                <a:srgbClr val="B0B0B0"/>
              </a:solidFill>
            </a:endParaRPr>
          </a:p>
          <a:p>
            <a:endParaRPr lang="en-US" altLang="ko-KR" sz="700" b="1" smtClean="0">
              <a:solidFill>
                <a:srgbClr val="B0B0B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700" b="1" smtClean="0">
              <a:solidFill>
                <a:srgbClr val="B0B0B0"/>
              </a:solidFill>
            </a:endParaRPr>
          </a:p>
          <a:p>
            <a:r>
              <a:rPr lang="en-US" altLang="ko-KR" sz="500" b="1" smtClean="0">
                <a:solidFill>
                  <a:srgbClr val="B0B0B0"/>
                </a:solidFill>
              </a:rPr>
              <a:t>JAVA SCRIPT</a:t>
            </a:r>
          </a:p>
          <a:p>
            <a:endParaRPr lang="en-US" altLang="ko-KR" sz="700" b="1" smtClean="0">
              <a:solidFill>
                <a:srgbClr val="B0B0B0"/>
              </a:solidFill>
            </a:endParaRPr>
          </a:p>
          <a:p>
            <a:endParaRPr lang="en-US" altLang="ko-KR" sz="700" b="1" smtClean="0">
              <a:solidFill>
                <a:srgbClr val="B0B0B0"/>
              </a:solidFill>
            </a:endParaRPr>
          </a:p>
          <a:p>
            <a:r>
              <a:rPr lang="en-US" altLang="ko-KR" sz="700" b="1" smtClean="0">
                <a:solidFill>
                  <a:srgbClr val="B0B0B0"/>
                </a:solidFill>
              </a:rPr>
              <a:t>CODE TEST</a:t>
            </a:r>
            <a:endParaRPr lang="ko-KR" altLang="en-US" sz="700" b="1">
              <a:solidFill>
                <a:srgbClr val="B0B0B0"/>
              </a:solidFill>
            </a:endParaRPr>
          </a:p>
        </p:txBody>
      </p:sp>
      <p:sp>
        <p:nvSpPr>
          <p:cNvPr id="44" name="이등변 삼각형 43"/>
          <p:cNvSpPr/>
          <p:nvPr/>
        </p:nvSpPr>
        <p:spPr>
          <a:xfrm rot="10800000">
            <a:off x="1221010" y="1842288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893772" y="2380395"/>
            <a:ext cx="531168" cy="2125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이등변 삼각형 46"/>
          <p:cNvSpPr/>
          <p:nvPr/>
        </p:nvSpPr>
        <p:spPr>
          <a:xfrm rot="5400000">
            <a:off x="1335832" y="2901564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이등변 삼각형 48"/>
          <p:cNvSpPr/>
          <p:nvPr/>
        </p:nvSpPr>
        <p:spPr>
          <a:xfrm rot="5400000">
            <a:off x="1098840" y="2540867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/>
          <p:cNvCxnSpPr/>
          <p:nvPr/>
        </p:nvCxnSpPr>
        <p:spPr>
          <a:xfrm>
            <a:off x="894351" y="2736654"/>
            <a:ext cx="531168" cy="2125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889815" y="3137243"/>
            <a:ext cx="531168" cy="2125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이등변 삼각형 70"/>
          <p:cNvSpPr/>
          <p:nvPr/>
        </p:nvSpPr>
        <p:spPr>
          <a:xfrm rot="5400000">
            <a:off x="1139094" y="1461052"/>
            <a:ext cx="91440" cy="72390"/>
          </a:xfrm>
          <a:prstGeom prst="triangle">
            <a:avLst/>
          </a:prstGeom>
          <a:solidFill>
            <a:srgbClr val="FDFDFD"/>
          </a:solidFill>
          <a:ln>
            <a:solidFill>
              <a:srgbClr val="FD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676188" y="1339913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2</a:t>
            </a:r>
            <a:endParaRPr lang="ko-KR" altLang="en-US" sz="800" b="1"/>
          </a:p>
        </p:txBody>
      </p:sp>
      <p:sp>
        <p:nvSpPr>
          <p:cNvPr id="72" name="직사각형 71"/>
          <p:cNvSpPr/>
          <p:nvPr/>
        </p:nvSpPr>
        <p:spPr>
          <a:xfrm>
            <a:off x="981349" y="3647415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3</a:t>
            </a:r>
            <a:endParaRPr lang="ko-KR" altLang="en-US" sz="800" b="1"/>
          </a:p>
        </p:txBody>
      </p:sp>
      <p:sp>
        <p:nvSpPr>
          <p:cNvPr id="73" name="직사각형 72"/>
          <p:cNvSpPr/>
          <p:nvPr/>
        </p:nvSpPr>
        <p:spPr>
          <a:xfrm>
            <a:off x="1516610" y="2983479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4</a:t>
            </a:r>
            <a:endParaRPr lang="ko-KR" altLang="en-US" sz="800" b="1"/>
          </a:p>
        </p:txBody>
      </p:sp>
      <p:sp>
        <p:nvSpPr>
          <p:cNvPr id="77" name="직사각형 76"/>
          <p:cNvSpPr/>
          <p:nvPr/>
        </p:nvSpPr>
        <p:spPr>
          <a:xfrm>
            <a:off x="1516280" y="1401570"/>
            <a:ext cx="5730620" cy="38404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B0B0B0"/>
                </a:solidFill>
              </a:rPr>
              <a:t>STUDY</a:t>
            </a:r>
            <a:endParaRPr lang="ko-KR" altLang="en-US" b="1">
              <a:solidFill>
                <a:srgbClr val="B0B0B0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381376" y="1781524"/>
            <a:ext cx="2865197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Cooking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188470" y="1497415"/>
            <a:ext cx="256039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6415270" y="1497415"/>
            <a:ext cx="256039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6642070" y="1497415"/>
            <a:ext cx="256039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6868870" y="1497415"/>
            <a:ext cx="256039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223646" y="1525990"/>
            <a:ext cx="178526" cy="13221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450446" y="1525798"/>
            <a:ext cx="178526" cy="132210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678101" y="1525990"/>
            <a:ext cx="178526" cy="132210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904901" y="1525798"/>
            <a:ext cx="178526" cy="132210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402749" y="1525798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1</a:t>
            </a:r>
            <a:endParaRPr lang="ko-KR" altLang="en-US" sz="800" b="1"/>
          </a:p>
        </p:txBody>
      </p:sp>
      <p:sp>
        <p:nvSpPr>
          <p:cNvPr id="90" name="직사각형 89"/>
          <p:cNvSpPr/>
          <p:nvPr/>
        </p:nvSpPr>
        <p:spPr>
          <a:xfrm>
            <a:off x="1515952" y="1784388"/>
            <a:ext cx="2869429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Development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1515952" y="1971775"/>
            <a:ext cx="2869429" cy="73088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HTML</a:t>
            </a: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CSS</a:t>
            </a: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JAVASCRIPT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>
                <a:solidFill>
                  <a:srgbClr val="B0B0B0"/>
                </a:solidFill>
              </a:rPr>
              <a:t>CODE </a:t>
            </a:r>
            <a:r>
              <a:rPr lang="en-US" altLang="ko-KR" sz="700" b="1" smtClean="0">
                <a:solidFill>
                  <a:srgbClr val="B0B0B0"/>
                </a:solidFill>
              </a:rPr>
              <a:t>TEST</a:t>
            </a:r>
            <a:endParaRPr lang="ko-KR" altLang="en-US" sz="700" b="1">
              <a:solidFill>
                <a:srgbClr val="B0B0B0"/>
              </a:solidFill>
            </a:endParaRPr>
          </a:p>
        </p:txBody>
      </p:sp>
      <p:cxnSp>
        <p:nvCxnSpPr>
          <p:cNvPr id="93" name="직선 연결선 92"/>
          <p:cNvCxnSpPr/>
          <p:nvPr/>
        </p:nvCxnSpPr>
        <p:spPr>
          <a:xfrm>
            <a:off x="1665792" y="2173073"/>
            <a:ext cx="2627708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1665792" y="2352143"/>
            <a:ext cx="2627708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>
            <a:off x="1665792" y="2535023"/>
            <a:ext cx="2627708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이등변 삼각형 95"/>
          <p:cNvSpPr/>
          <p:nvPr/>
        </p:nvSpPr>
        <p:spPr>
          <a:xfrm rot="10800000">
            <a:off x="4238890" y="1850493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000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인덱스 페이지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33802" y="658026"/>
            <a:ext cx="3458198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/>
          <p:cNvSpPr>
            <a:spLocks/>
          </p:cNvSpPr>
          <p:nvPr/>
        </p:nvSpPr>
        <p:spPr>
          <a:xfrm>
            <a:off x="3106901" y="1058013"/>
            <a:ext cx="2520000" cy="540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3238500" y="3363096"/>
            <a:ext cx="2265904" cy="32085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B0B0B0"/>
                </a:solidFill>
              </a:rPr>
              <a:t>STUDY</a:t>
            </a:r>
            <a:endParaRPr lang="ko-KR" altLang="en-US" b="1">
              <a:solidFill>
                <a:srgbClr val="B0B0B0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896505" y="3475345"/>
            <a:ext cx="144000" cy="10800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920300" y="3498984"/>
            <a:ext cx="97470" cy="6305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040505" y="3475345"/>
            <a:ext cx="144000" cy="108443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062809" y="3498984"/>
            <a:ext cx="97470" cy="63050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189019" y="3473873"/>
            <a:ext cx="144000" cy="108443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212814" y="3497513"/>
            <a:ext cx="97470" cy="63050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333019" y="3473874"/>
            <a:ext cx="144000" cy="108443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355323" y="3497513"/>
            <a:ext cx="97470" cy="63050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2876561" y="6458013"/>
            <a:ext cx="3216589" cy="32085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238299" y="3683230"/>
            <a:ext cx="1128501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Development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367001" y="3683230"/>
            <a:ext cx="1137403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Cooking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238299" y="3874427"/>
            <a:ext cx="1128502" cy="73088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HTML</a:t>
            </a: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CSS</a:t>
            </a: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JAVASCRIPT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>
                <a:solidFill>
                  <a:srgbClr val="B0B0B0"/>
                </a:solidFill>
              </a:rPr>
              <a:t>CODE </a:t>
            </a:r>
            <a:r>
              <a:rPr lang="en-US" altLang="ko-KR" sz="700" b="1" smtClean="0">
                <a:solidFill>
                  <a:srgbClr val="B0B0B0"/>
                </a:solidFill>
              </a:rPr>
              <a:t>TEST</a:t>
            </a:r>
            <a:endParaRPr lang="ko-KR" altLang="en-US" sz="700" b="1">
              <a:solidFill>
                <a:srgbClr val="B0B0B0"/>
              </a:solidFill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3329940" y="4071915"/>
            <a:ext cx="944980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3329940" y="4250985"/>
            <a:ext cx="944980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3329940" y="4449105"/>
            <a:ext cx="890369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이등변 삼각형 28"/>
          <p:cNvSpPr/>
          <p:nvPr/>
        </p:nvSpPr>
        <p:spPr>
          <a:xfrm rot="10800000">
            <a:off x="4220310" y="3753145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784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메인 페이지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33802" y="658026"/>
            <a:ext cx="3458198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/>
          <p:cNvSpPr>
            <a:spLocks/>
          </p:cNvSpPr>
          <p:nvPr/>
        </p:nvSpPr>
        <p:spPr>
          <a:xfrm>
            <a:off x="3106901" y="1058013"/>
            <a:ext cx="2520000" cy="540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3238500" y="2491689"/>
            <a:ext cx="2265903" cy="24564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smtClean="0">
                <a:solidFill>
                  <a:srgbClr val="B0B0B0"/>
                </a:solidFill>
              </a:rPr>
              <a:t>제목</a:t>
            </a:r>
            <a:endParaRPr lang="ko-KR" altLang="en-US" sz="1200" b="1">
              <a:solidFill>
                <a:srgbClr val="B0B0B0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238500" y="2737338"/>
            <a:ext cx="231747" cy="96788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470247" y="2737337"/>
            <a:ext cx="2034156" cy="967889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 작성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470247" y="3705227"/>
            <a:ext cx="1027458" cy="967888"/>
          </a:xfrm>
          <a:prstGeom prst="rect">
            <a:avLst/>
          </a:prstGeom>
          <a:solidFill>
            <a:schemeClr val="tx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38500" y="3705226"/>
            <a:ext cx="231747" cy="96788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497705" y="3705226"/>
            <a:ext cx="1006698" cy="967888"/>
          </a:xfrm>
          <a:prstGeom prst="rect">
            <a:avLst/>
          </a:prstGeom>
          <a:solidFill>
            <a:schemeClr val="tx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240087" y="5395002"/>
            <a:ext cx="2265903" cy="24564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smtClean="0">
                <a:solidFill>
                  <a:srgbClr val="B0B0B0"/>
                </a:solidFill>
              </a:rPr>
              <a:t>제목</a:t>
            </a:r>
            <a:endParaRPr lang="ko-KR" altLang="en-US" sz="1200" b="1">
              <a:solidFill>
                <a:srgbClr val="B0B0B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240087" y="5640651"/>
            <a:ext cx="231747" cy="96788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471834" y="5640650"/>
            <a:ext cx="2034156" cy="967889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 작성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cxnSp>
        <p:nvCxnSpPr>
          <p:cNvPr id="67" name="직선 연결선 66"/>
          <p:cNvCxnSpPr/>
          <p:nvPr/>
        </p:nvCxnSpPr>
        <p:spPr>
          <a:xfrm>
            <a:off x="3238500" y="5050569"/>
            <a:ext cx="2265903" cy="0"/>
          </a:xfrm>
          <a:prstGeom prst="line">
            <a:avLst/>
          </a:prstGeom>
          <a:ln w="28575">
            <a:solidFill>
              <a:srgbClr val="B0B0B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2876561" y="6458013"/>
            <a:ext cx="3216589" cy="32085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238499" y="1166858"/>
            <a:ext cx="2265904" cy="32085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B0B0B0"/>
                </a:solidFill>
              </a:rPr>
              <a:t>STUDY</a:t>
            </a:r>
            <a:endParaRPr lang="ko-KR" altLang="en-US" b="1">
              <a:solidFill>
                <a:srgbClr val="B0B0B0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896504" y="1279107"/>
            <a:ext cx="144000" cy="10800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920299" y="1302746"/>
            <a:ext cx="97470" cy="6305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040504" y="1279107"/>
            <a:ext cx="144000" cy="108443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062808" y="1302746"/>
            <a:ext cx="97470" cy="63050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189018" y="1277635"/>
            <a:ext cx="144000" cy="108443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212813" y="1301275"/>
            <a:ext cx="97470" cy="63050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333018" y="1277636"/>
            <a:ext cx="144000" cy="108443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355322" y="1301275"/>
            <a:ext cx="97470" cy="63050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238298" y="1486992"/>
            <a:ext cx="1128501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Development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367000" y="1486992"/>
            <a:ext cx="1137403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Cooking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238298" y="1678189"/>
            <a:ext cx="1128502" cy="73088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HTML</a:t>
            </a: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CSS</a:t>
            </a:r>
          </a:p>
          <a:p>
            <a:pPr algn="ctr">
              <a:lnSpc>
                <a:spcPct val="150000"/>
              </a:lnSpc>
            </a:pPr>
            <a:r>
              <a:rPr lang="en-US" altLang="ko-KR" sz="800" b="1" smtClean="0">
                <a:solidFill>
                  <a:srgbClr val="B0B0B0"/>
                </a:solidFill>
              </a:rPr>
              <a:t>JAVASCRIPT</a:t>
            </a:r>
          </a:p>
          <a:p>
            <a:pPr algn="ctr">
              <a:lnSpc>
                <a:spcPct val="150000"/>
              </a:lnSpc>
            </a:pPr>
            <a:r>
              <a:rPr lang="en-US" altLang="ko-KR" sz="700" b="1">
                <a:solidFill>
                  <a:srgbClr val="B0B0B0"/>
                </a:solidFill>
              </a:rPr>
              <a:t>CODE </a:t>
            </a:r>
            <a:r>
              <a:rPr lang="en-US" altLang="ko-KR" sz="700" b="1" smtClean="0">
                <a:solidFill>
                  <a:srgbClr val="B0B0B0"/>
                </a:solidFill>
              </a:rPr>
              <a:t>TEST</a:t>
            </a:r>
            <a:endParaRPr lang="ko-KR" altLang="en-US" sz="700" b="1">
              <a:solidFill>
                <a:srgbClr val="B0B0B0"/>
              </a:solidFill>
            </a:endParaRPr>
          </a:p>
        </p:txBody>
      </p:sp>
      <p:cxnSp>
        <p:nvCxnSpPr>
          <p:cNvPr id="58" name="직선 연결선 57"/>
          <p:cNvCxnSpPr/>
          <p:nvPr/>
        </p:nvCxnSpPr>
        <p:spPr>
          <a:xfrm>
            <a:off x="3329939" y="1875677"/>
            <a:ext cx="944980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3329939" y="2054747"/>
            <a:ext cx="944980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3329939" y="2252867"/>
            <a:ext cx="890369" cy="0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이등변 삼각형 65"/>
          <p:cNvSpPr/>
          <p:nvPr/>
        </p:nvSpPr>
        <p:spPr>
          <a:xfrm rot="10800000">
            <a:off x="4220309" y="1556907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3096313" y="1058012"/>
            <a:ext cx="693098" cy="540000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ko-KR" sz="700" b="1" smtClean="0">
              <a:solidFill>
                <a:srgbClr val="B0B0B0"/>
              </a:solidFill>
            </a:endParaRPr>
          </a:p>
          <a:p>
            <a:pPr algn="ctr"/>
            <a:endParaRPr lang="en-US" altLang="ko-KR" sz="700" b="1">
              <a:solidFill>
                <a:srgbClr val="B0B0B0"/>
              </a:solidFill>
            </a:endParaRPr>
          </a:p>
          <a:p>
            <a:pPr algn="ctr"/>
            <a:endParaRPr lang="en-US" altLang="ko-KR" sz="700" b="1" smtClean="0">
              <a:solidFill>
                <a:srgbClr val="B0B0B0"/>
              </a:solidFill>
            </a:endParaRPr>
          </a:p>
          <a:p>
            <a:r>
              <a:rPr lang="en-US" altLang="ko-KR" sz="700" b="1" smtClean="0">
                <a:solidFill>
                  <a:srgbClr val="B0B0B0"/>
                </a:solidFill>
              </a:rPr>
              <a:t>HTML</a:t>
            </a:r>
          </a:p>
          <a:p>
            <a:r>
              <a:rPr lang="en-US" altLang="ko-KR" sz="700" b="1">
                <a:solidFill>
                  <a:srgbClr val="B0B0B0"/>
                </a:solidFill>
              </a:rPr>
              <a:t> </a:t>
            </a:r>
            <a:r>
              <a:rPr lang="en-US" altLang="ko-KR" sz="700" b="1" smtClean="0">
                <a:solidFill>
                  <a:srgbClr val="B0B0B0"/>
                </a:solidFill>
              </a:rPr>
              <a:t>  </a:t>
            </a:r>
            <a:r>
              <a:rPr lang="ko-KR" altLang="en-US" sz="700" b="1" smtClean="0">
                <a:solidFill>
                  <a:srgbClr val="B0B0B0"/>
                </a:solidFill>
              </a:rPr>
              <a:t>항목</a:t>
            </a:r>
            <a:r>
              <a:rPr lang="en-US" altLang="ko-KR" sz="700" b="1" smtClean="0">
                <a:solidFill>
                  <a:srgbClr val="B0B0B0"/>
                </a:solidFill>
              </a:rPr>
              <a:t>1</a:t>
            </a:r>
          </a:p>
          <a:p>
            <a:r>
              <a:rPr lang="en-US" altLang="ko-KR" sz="700" b="1">
                <a:solidFill>
                  <a:srgbClr val="B0B0B0"/>
                </a:solidFill>
              </a:rPr>
              <a:t> </a:t>
            </a:r>
            <a:r>
              <a:rPr lang="en-US" altLang="ko-KR" sz="700" b="1" smtClean="0">
                <a:solidFill>
                  <a:srgbClr val="B0B0B0"/>
                </a:solidFill>
              </a:rPr>
              <a:t>  </a:t>
            </a:r>
            <a:r>
              <a:rPr lang="ko-KR" altLang="en-US" sz="700" b="1" smtClean="0">
                <a:solidFill>
                  <a:srgbClr val="B0B0B0"/>
                </a:solidFill>
              </a:rPr>
              <a:t>항목</a:t>
            </a:r>
            <a:r>
              <a:rPr lang="en-US" altLang="ko-KR" sz="700" b="1" smtClean="0">
                <a:solidFill>
                  <a:srgbClr val="B0B0B0"/>
                </a:solidFill>
              </a:rPr>
              <a:t>2</a:t>
            </a:r>
          </a:p>
          <a:p>
            <a:r>
              <a:rPr lang="en-US" altLang="ko-KR" sz="700" b="1">
                <a:solidFill>
                  <a:srgbClr val="B0B0B0"/>
                </a:solidFill>
              </a:rPr>
              <a:t> </a:t>
            </a:r>
            <a:r>
              <a:rPr lang="en-US" altLang="ko-KR" sz="700" b="1" smtClean="0">
                <a:solidFill>
                  <a:srgbClr val="B0B0B0"/>
                </a:solidFill>
              </a:rPr>
              <a:t>      </a:t>
            </a:r>
            <a:r>
              <a:rPr lang="ko-KR" altLang="en-US" sz="700" b="1" smtClean="0">
                <a:solidFill>
                  <a:srgbClr val="B0B0B0"/>
                </a:solidFill>
              </a:rPr>
              <a:t>세부</a:t>
            </a:r>
            <a:r>
              <a:rPr lang="en-US" altLang="ko-KR" sz="700" b="1" smtClean="0">
                <a:solidFill>
                  <a:srgbClr val="B0B0B0"/>
                </a:solidFill>
              </a:rPr>
              <a:t>1</a:t>
            </a:r>
          </a:p>
          <a:p>
            <a:r>
              <a:rPr lang="en-US" altLang="ko-KR" sz="700" b="1">
                <a:solidFill>
                  <a:srgbClr val="B0B0B0"/>
                </a:solidFill>
              </a:rPr>
              <a:t> </a:t>
            </a:r>
            <a:r>
              <a:rPr lang="en-US" altLang="ko-KR" sz="700" b="1" smtClean="0">
                <a:solidFill>
                  <a:srgbClr val="B0B0B0"/>
                </a:solidFill>
              </a:rPr>
              <a:t>      </a:t>
            </a:r>
            <a:r>
              <a:rPr lang="ko-KR" altLang="en-US" sz="700" b="1" smtClean="0">
                <a:solidFill>
                  <a:srgbClr val="B0B0B0"/>
                </a:solidFill>
              </a:rPr>
              <a:t>세부</a:t>
            </a:r>
            <a:r>
              <a:rPr lang="en-US" altLang="ko-KR" sz="700" b="1" smtClean="0">
                <a:solidFill>
                  <a:srgbClr val="B0B0B0"/>
                </a:solidFill>
              </a:rPr>
              <a:t>2</a:t>
            </a:r>
          </a:p>
          <a:p>
            <a:endParaRPr lang="en-US" altLang="ko-KR" sz="700" b="1" smtClean="0">
              <a:solidFill>
                <a:srgbClr val="B0B0B0"/>
              </a:solidFill>
            </a:endParaRPr>
          </a:p>
          <a:p>
            <a:endParaRPr lang="en-US" altLang="ko-KR" sz="700" b="1">
              <a:solidFill>
                <a:srgbClr val="B0B0B0"/>
              </a:solidFill>
            </a:endParaRPr>
          </a:p>
          <a:p>
            <a:r>
              <a:rPr lang="en-US" altLang="ko-KR" sz="700" b="1" smtClean="0">
                <a:solidFill>
                  <a:srgbClr val="B0B0B0"/>
                </a:solidFill>
              </a:rPr>
              <a:t>CSS</a:t>
            </a:r>
            <a:endParaRPr lang="en-US" altLang="ko-KR" sz="700" b="1">
              <a:solidFill>
                <a:srgbClr val="B0B0B0"/>
              </a:solidFill>
            </a:endParaRPr>
          </a:p>
          <a:p>
            <a:endParaRPr lang="en-US" altLang="ko-KR" sz="700" b="1" smtClean="0">
              <a:solidFill>
                <a:srgbClr val="B0B0B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700" b="1" smtClean="0">
              <a:solidFill>
                <a:srgbClr val="B0B0B0"/>
              </a:solidFill>
            </a:endParaRPr>
          </a:p>
          <a:p>
            <a:r>
              <a:rPr lang="en-US" altLang="ko-KR" sz="500" b="1" smtClean="0">
                <a:solidFill>
                  <a:srgbClr val="B0B0B0"/>
                </a:solidFill>
              </a:rPr>
              <a:t>JAVA SCRIPT</a:t>
            </a:r>
          </a:p>
          <a:p>
            <a:endParaRPr lang="en-US" altLang="ko-KR" sz="700" b="1" smtClean="0">
              <a:solidFill>
                <a:srgbClr val="B0B0B0"/>
              </a:solidFill>
            </a:endParaRPr>
          </a:p>
          <a:p>
            <a:endParaRPr lang="en-US" altLang="ko-KR" sz="700" b="1" smtClean="0">
              <a:solidFill>
                <a:srgbClr val="B0B0B0"/>
              </a:solidFill>
            </a:endParaRPr>
          </a:p>
          <a:p>
            <a:r>
              <a:rPr lang="en-US" altLang="ko-KR" sz="700" b="1" smtClean="0">
                <a:solidFill>
                  <a:srgbClr val="B0B0B0"/>
                </a:solidFill>
              </a:rPr>
              <a:t>CODE TEST</a:t>
            </a:r>
            <a:endParaRPr lang="ko-KR" altLang="en-US" sz="700" b="1">
              <a:solidFill>
                <a:srgbClr val="B0B0B0"/>
              </a:solidFill>
            </a:endParaRPr>
          </a:p>
        </p:txBody>
      </p:sp>
      <p:sp>
        <p:nvSpPr>
          <p:cNvPr id="71" name="이등변 삼각형 70"/>
          <p:cNvSpPr/>
          <p:nvPr/>
        </p:nvSpPr>
        <p:spPr>
          <a:xfrm rot="10800000">
            <a:off x="3491212" y="1494226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/>
          <p:cNvCxnSpPr/>
          <p:nvPr/>
        </p:nvCxnSpPr>
        <p:spPr>
          <a:xfrm>
            <a:off x="3163974" y="2032333"/>
            <a:ext cx="531168" cy="2125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이등변 삼각형 72"/>
          <p:cNvSpPr/>
          <p:nvPr/>
        </p:nvSpPr>
        <p:spPr>
          <a:xfrm rot="5400000">
            <a:off x="3606034" y="2553502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이등변 삼각형 73"/>
          <p:cNvSpPr/>
          <p:nvPr/>
        </p:nvSpPr>
        <p:spPr>
          <a:xfrm rot="5400000">
            <a:off x="3369042" y="2192805"/>
            <a:ext cx="91440" cy="72390"/>
          </a:xfrm>
          <a:prstGeom prst="triangle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연결선 74"/>
          <p:cNvCxnSpPr/>
          <p:nvPr/>
        </p:nvCxnSpPr>
        <p:spPr>
          <a:xfrm>
            <a:off x="3164553" y="2388592"/>
            <a:ext cx="531168" cy="2125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>
            <a:off x="3160017" y="2789181"/>
            <a:ext cx="531168" cy="2125"/>
          </a:xfrm>
          <a:prstGeom prst="line">
            <a:avLst/>
          </a:prstGeom>
          <a:ln>
            <a:solidFill>
              <a:srgbClr val="B0B0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3096313" y="1050764"/>
            <a:ext cx="690169" cy="196842"/>
          </a:xfrm>
          <a:prstGeom prst="rect">
            <a:avLst/>
          </a:prstGeom>
          <a:solidFill>
            <a:srgbClr val="B0B0B0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78" name="이등변 삼각형 77"/>
          <p:cNvSpPr/>
          <p:nvPr/>
        </p:nvSpPr>
        <p:spPr>
          <a:xfrm rot="5400000">
            <a:off x="3409296" y="1112990"/>
            <a:ext cx="91440" cy="72390"/>
          </a:xfrm>
          <a:prstGeom prst="triangle">
            <a:avLst/>
          </a:prstGeom>
          <a:solidFill>
            <a:srgbClr val="FDFDFD"/>
          </a:solidFill>
          <a:ln>
            <a:solidFill>
              <a:srgbClr val="FD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259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공통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000" y="658026"/>
            <a:ext cx="6084000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=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화이트 그레이 모드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=</a:t>
            </a:r>
          </a:p>
          <a:p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배경색 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: 253, 253, 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253</a:t>
            </a:r>
          </a:p>
          <a:p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텍스트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테두리 색상 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: 176, 176, 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176</a:t>
            </a:r>
          </a:p>
          <a:p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=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화이트 그린 모드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=</a:t>
            </a:r>
            <a:endParaRPr lang="en-US" altLang="ko-KR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배경색 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: 253, 253, 253</a:t>
            </a:r>
          </a:p>
          <a:p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텍스트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테두리 색상 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: 125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, 159, 95</a:t>
            </a:r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altLang="ko-KR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=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블랙 </a:t>
            </a:r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그레이 모드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=</a:t>
            </a:r>
          </a:p>
          <a:p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배경색 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: 58, 58, 58</a:t>
            </a:r>
          </a:p>
          <a:p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텍스트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테두리 색상 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: 176, 176, 176</a:t>
            </a:r>
          </a:p>
          <a:p>
            <a:endParaRPr lang="en-US" altLang="ko-KR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=</a:t>
            </a:r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 블랙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그린 모드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=</a:t>
            </a:r>
          </a:p>
          <a:p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배경색 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58, 58, 58</a:t>
            </a:r>
          </a:p>
          <a:p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텍스트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테두리 색상 </a:t>
            </a:r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: 125, 159, 95</a:t>
            </a:r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altLang="ko-KR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096000" y="658026"/>
            <a:ext cx="6084000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227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화이트</a:t>
            </a:r>
            <a:r>
              <a:rPr lang="en-US" altLang="ko-KR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모드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264001" y="1138727"/>
            <a:ext cx="5760000" cy="5101839"/>
          </a:xfrm>
          <a:prstGeom prst="rect">
            <a:avLst/>
          </a:prstGeom>
          <a:solidFill>
            <a:schemeClr val="bg1"/>
          </a:solidFill>
          <a:ln>
            <a:solidFill>
              <a:srgbClr val="4ABA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ABA4F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605901" y="1260562"/>
            <a:ext cx="5076200" cy="384048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7D9F5F"/>
                </a:solidFill>
              </a:rPr>
              <a:t>STUDY</a:t>
            </a:r>
            <a:endParaRPr lang="ko-KR" altLang="en-US" b="1">
              <a:solidFill>
                <a:srgbClr val="7D9F5F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605901" y="1644610"/>
            <a:ext cx="1692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7D9F5F"/>
                </a:solidFill>
              </a:rPr>
              <a:t>HTML</a:t>
            </a:r>
            <a:endParaRPr lang="ko-KR" altLang="en-US" sz="800" b="1">
              <a:solidFill>
                <a:srgbClr val="7D9F5F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605901" y="1832739"/>
            <a:ext cx="2538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7D9F5F"/>
                </a:solidFill>
              </a:rPr>
              <a:t>CODE TEST</a:t>
            </a:r>
            <a:endParaRPr lang="ko-KR" altLang="en-US" sz="800" b="1">
              <a:solidFill>
                <a:srgbClr val="7D9F5F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298001" y="1644610"/>
            <a:ext cx="1692000" cy="187400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7D9F5F"/>
                </a:solidFill>
              </a:rPr>
              <a:t>CSS</a:t>
            </a:r>
            <a:endParaRPr lang="ko-KR" altLang="en-US" sz="800" b="1">
              <a:solidFill>
                <a:srgbClr val="7D9F5F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990151" y="1643763"/>
            <a:ext cx="1692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7D9F5F"/>
                </a:solidFill>
              </a:rPr>
              <a:t>JAVASCRIPT</a:t>
            </a:r>
            <a:endParaRPr lang="ko-KR" altLang="en-US" sz="800" b="1">
              <a:solidFill>
                <a:srgbClr val="7D9F5F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144101" y="1832739"/>
            <a:ext cx="2538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7D9F5F"/>
                </a:solidFill>
              </a:rPr>
              <a:t>REMAIN STUDY</a:t>
            </a:r>
            <a:endParaRPr lang="ko-KR" altLang="en-US" sz="800" b="1">
              <a:solidFill>
                <a:srgbClr val="7D9F5F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605901" y="2366889"/>
            <a:ext cx="5076200" cy="3150363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b="1">
              <a:solidFill>
                <a:srgbClr val="7D9F5F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605901" y="2366348"/>
            <a:ext cx="5076200" cy="450162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smtClean="0">
                <a:solidFill>
                  <a:srgbClr val="7D9F5F"/>
                </a:solidFill>
              </a:rPr>
              <a:t>제목</a:t>
            </a:r>
            <a:endParaRPr lang="ko-KR" altLang="en-US" sz="2000" b="1">
              <a:solidFill>
                <a:srgbClr val="7D9F5F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605901" y="2816509"/>
            <a:ext cx="231747" cy="1323047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7D9F5F"/>
                </a:solidFill>
              </a:rPr>
              <a:t>설명</a:t>
            </a:r>
            <a:endParaRPr lang="ko-KR" altLang="en-US" sz="1000" b="1">
              <a:solidFill>
                <a:srgbClr val="7D9F5F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605900" y="4139556"/>
            <a:ext cx="231747" cy="1378425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7D9F5F"/>
                </a:solidFill>
              </a:rPr>
              <a:t>사용법</a:t>
            </a:r>
            <a:endParaRPr lang="ko-KR" altLang="en-US" sz="1000" b="1">
              <a:solidFill>
                <a:srgbClr val="7D9F5F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837647" y="2816509"/>
            <a:ext cx="4844454" cy="1323047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7D9F5F"/>
                </a:solidFill>
              </a:rPr>
              <a:t>설명 작성</a:t>
            </a:r>
            <a:endParaRPr lang="ko-KR" altLang="en-US" sz="1000" b="1">
              <a:solidFill>
                <a:srgbClr val="7D9F5F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898607" y="4198834"/>
            <a:ext cx="2361600" cy="1262921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7D9F5F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259874" y="4198834"/>
            <a:ext cx="2361600" cy="1262921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7D9F5F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6379905" y="5768412"/>
            <a:ext cx="5567116" cy="0"/>
          </a:xfrm>
          <a:prstGeom prst="line">
            <a:avLst/>
          </a:prstGeom>
          <a:ln w="28575">
            <a:solidFill>
              <a:srgbClr val="7EA05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248476" y="1138727"/>
            <a:ext cx="5760000" cy="5101839"/>
          </a:xfrm>
          <a:prstGeom prst="rect">
            <a:avLst/>
          </a:prstGeom>
          <a:solidFill>
            <a:schemeClr val="bg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B0B0B0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90376" y="1260562"/>
            <a:ext cx="5076200" cy="38404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B0B0B0"/>
                </a:solidFill>
              </a:rPr>
              <a:t>STUDY</a:t>
            </a:r>
            <a:endParaRPr lang="ko-KR" altLang="en-US" b="1">
              <a:solidFill>
                <a:srgbClr val="B0B0B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90376" y="1644610"/>
            <a:ext cx="1692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HTML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90376" y="1832739"/>
            <a:ext cx="2538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CODE TEST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282476" y="1644610"/>
            <a:ext cx="1692000" cy="18740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CSS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974626" y="1643763"/>
            <a:ext cx="1692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JAVASCRIPT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128576" y="1832739"/>
            <a:ext cx="2538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REMAIN STUDY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90376" y="2366889"/>
            <a:ext cx="5076200" cy="3150363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b="1">
              <a:solidFill>
                <a:srgbClr val="B0B0B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90376" y="2366348"/>
            <a:ext cx="5076200" cy="450162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smtClean="0">
                <a:solidFill>
                  <a:srgbClr val="B0B0B0"/>
                </a:solidFill>
              </a:rPr>
              <a:t>제목</a:t>
            </a:r>
            <a:endParaRPr lang="ko-KR" altLang="en-US" sz="2000" b="1">
              <a:solidFill>
                <a:srgbClr val="B0B0B0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90376" y="2816509"/>
            <a:ext cx="231747" cy="1323047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590375" y="4139556"/>
            <a:ext cx="231747" cy="1378425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사용법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22122" y="2816509"/>
            <a:ext cx="4844454" cy="1323047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 작성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883082" y="4198834"/>
            <a:ext cx="2361600" cy="1262921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244349" y="4198834"/>
            <a:ext cx="2361600" cy="1262921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cxnSp>
        <p:nvCxnSpPr>
          <p:cNvPr id="61" name="직선 연결선 60"/>
          <p:cNvCxnSpPr/>
          <p:nvPr/>
        </p:nvCxnSpPr>
        <p:spPr>
          <a:xfrm>
            <a:off x="364380" y="5768412"/>
            <a:ext cx="5567116" cy="0"/>
          </a:xfrm>
          <a:prstGeom prst="line">
            <a:avLst/>
          </a:prstGeom>
          <a:ln w="28575">
            <a:solidFill>
              <a:srgbClr val="B0B0B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02669" y="77986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chemeClr val="bg1"/>
                </a:solidFill>
              </a:rPr>
              <a:t>화이트 그레이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453172" y="76565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chemeClr val="bg1"/>
                </a:solidFill>
              </a:rPr>
              <a:t>화이트 그린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394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블랙</a:t>
            </a:r>
            <a:r>
              <a:rPr lang="en-US" altLang="ko-KR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모드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264001" y="1138727"/>
            <a:ext cx="5760000" cy="5101839"/>
          </a:xfrm>
          <a:prstGeom prst="rect">
            <a:avLst/>
          </a:prstGeom>
          <a:solidFill>
            <a:srgbClr val="3A3A3A"/>
          </a:solidFill>
          <a:ln>
            <a:solidFill>
              <a:srgbClr val="4ABA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ABA4F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605901" y="1260562"/>
            <a:ext cx="5076200" cy="384048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7D9F5F"/>
                </a:solidFill>
              </a:rPr>
              <a:t>STUDY</a:t>
            </a:r>
            <a:endParaRPr lang="ko-KR" altLang="en-US" b="1">
              <a:solidFill>
                <a:srgbClr val="7D9F5F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605901" y="1644610"/>
            <a:ext cx="16920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7D9F5F"/>
                </a:solidFill>
              </a:rPr>
              <a:t>HTML</a:t>
            </a:r>
            <a:endParaRPr lang="ko-KR" altLang="en-US" sz="800" b="1">
              <a:solidFill>
                <a:srgbClr val="7D9F5F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605901" y="1832739"/>
            <a:ext cx="25380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7D9F5F"/>
                </a:solidFill>
              </a:rPr>
              <a:t>CODE TEST</a:t>
            </a:r>
            <a:endParaRPr lang="ko-KR" altLang="en-US" sz="800" b="1">
              <a:solidFill>
                <a:srgbClr val="7D9F5F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298001" y="1644610"/>
            <a:ext cx="1692000" cy="187400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7D9F5F"/>
                </a:solidFill>
              </a:rPr>
              <a:t>CSS</a:t>
            </a:r>
            <a:endParaRPr lang="ko-KR" altLang="en-US" sz="800" b="1">
              <a:solidFill>
                <a:srgbClr val="7D9F5F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990151" y="1643763"/>
            <a:ext cx="16920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7D9F5F"/>
                </a:solidFill>
              </a:rPr>
              <a:t>JAVASCRIPT</a:t>
            </a:r>
            <a:endParaRPr lang="ko-KR" altLang="en-US" sz="800" b="1">
              <a:solidFill>
                <a:srgbClr val="7D9F5F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144101" y="1832739"/>
            <a:ext cx="25380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7D9F5F"/>
                </a:solidFill>
              </a:rPr>
              <a:t>REMAIN STUDY</a:t>
            </a:r>
            <a:endParaRPr lang="ko-KR" altLang="en-US" sz="800" b="1">
              <a:solidFill>
                <a:srgbClr val="7D9F5F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605901" y="2366889"/>
            <a:ext cx="5076200" cy="3150363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b="1">
              <a:solidFill>
                <a:srgbClr val="7D9F5F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605901" y="2366348"/>
            <a:ext cx="5076200" cy="450162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smtClean="0">
                <a:solidFill>
                  <a:srgbClr val="7D9F5F"/>
                </a:solidFill>
              </a:rPr>
              <a:t>제목</a:t>
            </a:r>
            <a:endParaRPr lang="ko-KR" altLang="en-US" sz="2000" b="1">
              <a:solidFill>
                <a:srgbClr val="7D9F5F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605901" y="2816509"/>
            <a:ext cx="231747" cy="1323047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7D9F5F"/>
                </a:solidFill>
              </a:rPr>
              <a:t>설명</a:t>
            </a:r>
            <a:endParaRPr lang="ko-KR" altLang="en-US" sz="1000" b="1">
              <a:solidFill>
                <a:srgbClr val="7D9F5F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605900" y="4139556"/>
            <a:ext cx="231747" cy="1378425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7D9F5F"/>
                </a:solidFill>
              </a:rPr>
              <a:t>사용법</a:t>
            </a:r>
            <a:endParaRPr lang="ko-KR" altLang="en-US" sz="1000" b="1">
              <a:solidFill>
                <a:srgbClr val="7D9F5F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837647" y="2816509"/>
            <a:ext cx="4844454" cy="1323047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7D9F5F"/>
                </a:solidFill>
              </a:rPr>
              <a:t>설명 작성</a:t>
            </a:r>
            <a:endParaRPr lang="ko-KR" altLang="en-US" sz="1000" b="1">
              <a:solidFill>
                <a:srgbClr val="7D9F5F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898607" y="4198834"/>
            <a:ext cx="2361600" cy="1262921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7D9F5F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259874" y="4198834"/>
            <a:ext cx="2361600" cy="1262921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7D9F5F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6379905" y="5768412"/>
            <a:ext cx="5567116" cy="0"/>
          </a:xfrm>
          <a:prstGeom prst="line">
            <a:avLst/>
          </a:prstGeom>
          <a:ln w="28575">
            <a:solidFill>
              <a:srgbClr val="7EA05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/>
          <p:cNvSpPr/>
          <p:nvPr/>
        </p:nvSpPr>
        <p:spPr>
          <a:xfrm>
            <a:off x="248476" y="1138727"/>
            <a:ext cx="5760000" cy="5101839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B0B0B0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90376" y="1260562"/>
            <a:ext cx="5076200" cy="384048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B0B0B0"/>
                </a:solidFill>
              </a:rPr>
              <a:t>STUDY</a:t>
            </a:r>
            <a:endParaRPr lang="ko-KR" altLang="en-US" b="1">
              <a:solidFill>
                <a:srgbClr val="B0B0B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90376" y="1644610"/>
            <a:ext cx="16920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HTML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90376" y="1832739"/>
            <a:ext cx="25380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CODE TEST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282476" y="1644610"/>
            <a:ext cx="1692000" cy="187400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CSS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974626" y="1643763"/>
            <a:ext cx="16920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JAVASCRIPT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128576" y="1832739"/>
            <a:ext cx="25380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REMAIN STUDY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90376" y="2366889"/>
            <a:ext cx="5076200" cy="3150363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b="1">
              <a:solidFill>
                <a:srgbClr val="B0B0B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90376" y="2366348"/>
            <a:ext cx="5076200" cy="450162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smtClean="0">
                <a:solidFill>
                  <a:srgbClr val="B0B0B0"/>
                </a:solidFill>
              </a:rPr>
              <a:t>제목</a:t>
            </a:r>
            <a:endParaRPr lang="ko-KR" altLang="en-US" sz="2000" b="1">
              <a:solidFill>
                <a:srgbClr val="B0B0B0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90376" y="2816509"/>
            <a:ext cx="231747" cy="1323047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590375" y="4139556"/>
            <a:ext cx="231747" cy="1378425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사용법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22122" y="2816509"/>
            <a:ext cx="4844454" cy="1323047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 작성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883082" y="4198834"/>
            <a:ext cx="2361600" cy="1262921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244349" y="4198834"/>
            <a:ext cx="2361600" cy="1262921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cxnSp>
        <p:nvCxnSpPr>
          <p:cNvPr id="61" name="직선 연결선 60"/>
          <p:cNvCxnSpPr/>
          <p:nvPr/>
        </p:nvCxnSpPr>
        <p:spPr>
          <a:xfrm>
            <a:off x="364380" y="5768412"/>
            <a:ext cx="5567116" cy="0"/>
          </a:xfrm>
          <a:prstGeom prst="line">
            <a:avLst/>
          </a:prstGeom>
          <a:ln w="28575">
            <a:solidFill>
              <a:srgbClr val="B0B0B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18085" y="76565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chemeClr val="bg1"/>
                </a:solidFill>
              </a:rPr>
              <a:t>블랙 그레이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568588" y="77107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chemeClr val="bg1"/>
                </a:solidFill>
              </a:rPr>
              <a:t>블랙 그린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73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인덱스 페이지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33802" y="658026"/>
            <a:ext cx="3458198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1.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클릭해도 아무런 반응 없음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2.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각 영역 클릭 시 영역에 해당하는 페이지로 이동 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486901" y="1207093"/>
            <a:ext cx="5760000" cy="5101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1828801" y="3185412"/>
            <a:ext cx="5076200" cy="38404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B0B0B0"/>
                </a:solidFill>
              </a:rPr>
              <a:t>STUDY</a:t>
            </a:r>
            <a:endParaRPr lang="ko-KR" altLang="en-US" b="1">
              <a:solidFill>
                <a:srgbClr val="B0B0B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828801" y="3569460"/>
            <a:ext cx="1692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HTML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828801" y="3757589"/>
            <a:ext cx="2538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CODE TEST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520901" y="3569460"/>
            <a:ext cx="1692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CSS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213051" y="3568613"/>
            <a:ext cx="1692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JAVASCRIPT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367001" y="3757589"/>
            <a:ext cx="2538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REMAIN STUDY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62680" y="3288536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1</a:t>
            </a:r>
            <a:endParaRPr lang="ko-KR" altLang="en-US" sz="800" b="1"/>
          </a:p>
        </p:txBody>
      </p:sp>
      <p:sp>
        <p:nvSpPr>
          <p:cNvPr id="31" name="직사각형 30"/>
          <p:cNvSpPr/>
          <p:nvPr/>
        </p:nvSpPr>
        <p:spPr>
          <a:xfrm>
            <a:off x="1728839" y="3674277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2</a:t>
            </a:r>
            <a:endParaRPr lang="ko-KR" altLang="en-US" sz="800" b="1"/>
          </a:p>
        </p:txBody>
      </p:sp>
      <p:sp>
        <p:nvSpPr>
          <p:cNvPr id="16" name="직사각형 15"/>
          <p:cNvSpPr/>
          <p:nvPr/>
        </p:nvSpPr>
        <p:spPr>
          <a:xfrm>
            <a:off x="5927451" y="3281550"/>
            <a:ext cx="2268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154251" y="3281550"/>
            <a:ext cx="2268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381051" y="3281550"/>
            <a:ext cx="2268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607851" y="3281550"/>
            <a:ext cx="2268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962626" y="3310125"/>
            <a:ext cx="158139" cy="13221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189426" y="3309933"/>
            <a:ext cx="158139" cy="132210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417081" y="3310125"/>
            <a:ext cx="158139" cy="132210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643881" y="3309933"/>
            <a:ext cx="158139" cy="132210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85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메인페이지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33802" y="658026"/>
            <a:ext cx="3458198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1. Padding</a:t>
            </a:r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으로 내부 공백 확보 필요 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2.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클릭 시 인덱스 페이지로 이동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  <a:endParaRPr lang="en-US" altLang="ko-KR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3. </a:t>
            </a:r>
            <a:r>
              <a:rPr lang="ko-KR" altLang="en-US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각 영역 클릭 시 영역에 해당하는 페이지로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이동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영역에 해당하는 버튼은 텍스트 색상 다르게 적용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4.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상단 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sticky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영역</a:t>
            </a:r>
            <a:endParaRPr lang="en-US" altLang="ko-KR" sz="150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5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 JSON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데이터를 읽어와서 그 수 만큼 표 노출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설명이 길어지면 표도 동적으로 길어져야 한다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altLang="ko-KR" sz="1500">
                <a:solidFill>
                  <a:schemeClr val="accent4">
                    <a:lumMod val="60000"/>
                    <a:lumOff val="40000"/>
                  </a:schemeClr>
                </a:solidFill>
              </a:rPr>
              <a:t>6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 codePen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을 이용해서 사용법 작성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7.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다음 데이터와의 구분을 짓기 위해 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dash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스타일의 선 필요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8.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최상단</a:t>
            </a:r>
            <a:r>
              <a:rPr lang="en-US" altLang="ko-KR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sz="150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최하단 이동 버튼</a:t>
            </a:r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486901" y="1207093"/>
            <a:ext cx="5760000" cy="5101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1828801" y="1328928"/>
            <a:ext cx="5076200" cy="38404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B0B0B0"/>
                </a:solidFill>
              </a:rPr>
              <a:t>STUDY</a:t>
            </a:r>
            <a:endParaRPr lang="ko-KR" altLang="en-US" b="1">
              <a:solidFill>
                <a:srgbClr val="B0B0B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828801" y="1712976"/>
            <a:ext cx="1692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HTML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828801" y="1901105"/>
            <a:ext cx="2538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CODE TEST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520901" y="1712976"/>
            <a:ext cx="1692000" cy="18740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CSS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213051" y="1712129"/>
            <a:ext cx="1692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JAVASCRIPT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367001" y="1901105"/>
            <a:ext cx="25380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>
                <a:solidFill>
                  <a:srgbClr val="B0B0B0"/>
                </a:solidFill>
              </a:rPr>
              <a:t>REMAIN STUDY</a:t>
            </a:r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828801" y="2435255"/>
            <a:ext cx="5076200" cy="3150363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b="1">
              <a:solidFill>
                <a:srgbClr val="B0B0B0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828801" y="2434714"/>
            <a:ext cx="5076200" cy="450162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smtClean="0">
                <a:solidFill>
                  <a:srgbClr val="B0B0B0"/>
                </a:solidFill>
              </a:rPr>
              <a:t>제목</a:t>
            </a:r>
            <a:endParaRPr lang="ko-KR" altLang="en-US" sz="2000" b="1">
              <a:solidFill>
                <a:srgbClr val="B0B0B0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828801" y="2884875"/>
            <a:ext cx="231747" cy="1323047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828800" y="4207922"/>
            <a:ext cx="231747" cy="1378425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사용법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060547" y="2884875"/>
            <a:ext cx="4844454" cy="1323047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 작성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121507" y="4267200"/>
            <a:ext cx="2361600" cy="1262921"/>
          </a:xfrm>
          <a:prstGeom prst="rect">
            <a:avLst/>
          </a:prstGeom>
          <a:solidFill>
            <a:schemeClr val="tx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482774" y="4267200"/>
            <a:ext cx="2361600" cy="1262921"/>
          </a:xfrm>
          <a:prstGeom prst="rect">
            <a:avLst/>
          </a:prstGeom>
          <a:solidFill>
            <a:schemeClr val="tx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828701" y="6100681"/>
            <a:ext cx="5076200" cy="458681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smtClean="0">
                <a:solidFill>
                  <a:srgbClr val="B0B0B0"/>
                </a:solidFill>
              </a:rPr>
              <a:t>제목</a:t>
            </a:r>
            <a:r>
              <a:rPr lang="en-US" altLang="ko-KR" sz="2000" b="1" smtClean="0">
                <a:solidFill>
                  <a:srgbClr val="B0B0B0"/>
                </a:solidFill>
              </a:rPr>
              <a:t>2</a:t>
            </a:r>
            <a:endParaRPr lang="ko-KR" altLang="en-US" sz="2000" b="1">
              <a:solidFill>
                <a:srgbClr val="B0B0B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602805" y="5836778"/>
            <a:ext cx="5567116" cy="0"/>
          </a:xfrm>
          <a:prstGeom prst="line">
            <a:avLst/>
          </a:prstGeom>
          <a:ln w="28575">
            <a:solidFill>
              <a:srgbClr val="B0B0B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1486901" y="6318541"/>
            <a:ext cx="5759999" cy="45868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b="1">
              <a:solidFill>
                <a:srgbClr val="B0B0B0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41652" y="1447321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/>
              <a:t>2</a:t>
            </a:r>
            <a:endParaRPr lang="ko-KR" altLang="en-US" sz="800" b="1"/>
          </a:p>
        </p:txBody>
      </p:sp>
      <p:sp>
        <p:nvSpPr>
          <p:cNvPr id="35" name="직사각형 34"/>
          <p:cNvSpPr/>
          <p:nvPr/>
        </p:nvSpPr>
        <p:spPr>
          <a:xfrm>
            <a:off x="1602805" y="4106574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5</a:t>
            </a:r>
            <a:endParaRPr lang="ko-KR" altLang="en-US" sz="800" b="1"/>
          </a:p>
        </p:txBody>
      </p:sp>
      <p:sp>
        <p:nvSpPr>
          <p:cNvPr id="36" name="직사각형 35"/>
          <p:cNvSpPr/>
          <p:nvPr/>
        </p:nvSpPr>
        <p:spPr>
          <a:xfrm>
            <a:off x="4324178" y="4971676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6</a:t>
            </a:r>
            <a:endParaRPr lang="ko-KR" altLang="en-US" sz="800" b="1"/>
          </a:p>
        </p:txBody>
      </p:sp>
      <p:sp>
        <p:nvSpPr>
          <p:cNvPr id="37" name="직사각형 36"/>
          <p:cNvSpPr/>
          <p:nvPr/>
        </p:nvSpPr>
        <p:spPr>
          <a:xfrm>
            <a:off x="1297644" y="1894331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1</a:t>
            </a:r>
            <a:endParaRPr lang="ko-KR" altLang="en-US" sz="800" b="1"/>
          </a:p>
        </p:txBody>
      </p:sp>
      <p:sp>
        <p:nvSpPr>
          <p:cNvPr id="38" name="직사각형 37"/>
          <p:cNvSpPr/>
          <p:nvPr/>
        </p:nvSpPr>
        <p:spPr>
          <a:xfrm>
            <a:off x="2121507" y="1782566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3</a:t>
            </a:r>
            <a:endParaRPr lang="ko-KR" altLang="en-US" sz="800" b="1"/>
          </a:p>
        </p:txBody>
      </p:sp>
      <p:sp>
        <p:nvSpPr>
          <p:cNvPr id="39" name="직사각형 38"/>
          <p:cNvSpPr/>
          <p:nvPr/>
        </p:nvSpPr>
        <p:spPr>
          <a:xfrm>
            <a:off x="6789097" y="1644106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4</a:t>
            </a:r>
            <a:endParaRPr lang="ko-KR" altLang="en-US" sz="800" b="1"/>
          </a:p>
        </p:txBody>
      </p:sp>
      <p:sp>
        <p:nvSpPr>
          <p:cNvPr id="40" name="직사각형 39"/>
          <p:cNvSpPr/>
          <p:nvPr/>
        </p:nvSpPr>
        <p:spPr>
          <a:xfrm>
            <a:off x="1755385" y="5744170"/>
            <a:ext cx="305161" cy="1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smtClean="0"/>
              <a:t>7</a:t>
            </a:r>
            <a:endParaRPr lang="ko-KR" altLang="en-US" sz="800" b="1"/>
          </a:p>
        </p:txBody>
      </p:sp>
      <p:sp>
        <p:nvSpPr>
          <p:cNvPr id="52" name="직사각형 51"/>
          <p:cNvSpPr/>
          <p:nvPr/>
        </p:nvSpPr>
        <p:spPr>
          <a:xfrm>
            <a:off x="5927451" y="1429890"/>
            <a:ext cx="2268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154251" y="1429890"/>
            <a:ext cx="226800" cy="188976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6381051" y="1429890"/>
            <a:ext cx="2268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6607851" y="1429890"/>
            <a:ext cx="226800" cy="188976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962626" y="1458465"/>
            <a:ext cx="158139" cy="13221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6189426" y="1458273"/>
            <a:ext cx="158139" cy="132210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417081" y="1458465"/>
            <a:ext cx="158139" cy="132210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643881" y="1458273"/>
            <a:ext cx="158139" cy="132210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641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인덱스 페이지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33802" y="658026"/>
            <a:ext cx="3458198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/>
          <p:cNvSpPr>
            <a:spLocks/>
          </p:cNvSpPr>
          <p:nvPr/>
        </p:nvSpPr>
        <p:spPr>
          <a:xfrm>
            <a:off x="3106901" y="1058013"/>
            <a:ext cx="2520000" cy="540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3238500" y="3363096"/>
            <a:ext cx="2265904" cy="32085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B0B0B0"/>
                </a:solidFill>
              </a:rPr>
              <a:t>STUDY</a:t>
            </a:r>
            <a:endParaRPr lang="ko-KR" altLang="en-US" b="1">
              <a:solidFill>
                <a:srgbClr val="B0B0B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238500" y="3683954"/>
            <a:ext cx="756000" cy="204514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smtClean="0">
                <a:solidFill>
                  <a:srgbClr val="B0B0B0"/>
                </a:solidFill>
              </a:rPr>
              <a:t>HTML</a:t>
            </a:r>
            <a:endParaRPr lang="ko-KR" altLang="en-US" sz="600" b="1">
              <a:solidFill>
                <a:srgbClr val="B0B0B0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896505" y="3475345"/>
            <a:ext cx="144000" cy="10800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920300" y="3498984"/>
            <a:ext cx="97470" cy="6305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988801" y="3683954"/>
            <a:ext cx="756000" cy="204514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smtClean="0">
                <a:solidFill>
                  <a:srgbClr val="B0B0B0"/>
                </a:solidFill>
              </a:rPr>
              <a:t>CSS</a:t>
            </a:r>
            <a:endParaRPr lang="ko-KR" altLang="en-US" sz="600" b="1">
              <a:solidFill>
                <a:srgbClr val="B0B0B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744800" y="3683954"/>
            <a:ext cx="759603" cy="204514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>
                <a:solidFill>
                  <a:srgbClr val="B0B0B0"/>
                </a:solidFill>
              </a:rPr>
              <a:t>JAVASCRIPT</a:t>
            </a:r>
            <a:endParaRPr lang="ko-KR" altLang="en-US" sz="600" b="1">
              <a:solidFill>
                <a:srgbClr val="B0B0B0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238500" y="3887227"/>
            <a:ext cx="1134000" cy="204514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>
                <a:solidFill>
                  <a:srgbClr val="B0B0B0"/>
                </a:solidFill>
              </a:rPr>
              <a:t>CODE TEST</a:t>
            </a:r>
            <a:endParaRPr lang="ko-KR" altLang="en-US" sz="600" b="1">
              <a:solidFill>
                <a:srgbClr val="B0B0B0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374821" y="3887227"/>
            <a:ext cx="1129582" cy="204514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>
                <a:solidFill>
                  <a:srgbClr val="B0B0B0"/>
                </a:solidFill>
              </a:rPr>
              <a:t>REMAIN STUDY</a:t>
            </a:r>
            <a:endParaRPr lang="ko-KR" altLang="en-US" sz="600" b="1">
              <a:solidFill>
                <a:srgbClr val="B0B0B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040505" y="3475345"/>
            <a:ext cx="144000" cy="108443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062809" y="3498984"/>
            <a:ext cx="97470" cy="63050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189019" y="3473873"/>
            <a:ext cx="144000" cy="108443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212814" y="3497513"/>
            <a:ext cx="97470" cy="63050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333019" y="3473874"/>
            <a:ext cx="144000" cy="108443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355323" y="3497513"/>
            <a:ext cx="97470" cy="63050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2876561" y="6458013"/>
            <a:ext cx="3216589" cy="32085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432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658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메인 페이지</a:t>
            </a:r>
            <a:endParaRPr lang="ko-KR" altLang="en-US" b="1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733802" y="658026"/>
            <a:ext cx="3458198" cy="61999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5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직사각형 7"/>
          <p:cNvSpPr>
            <a:spLocks/>
          </p:cNvSpPr>
          <p:nvPr/>
        </p:nvSpPr>
        <p:spPr>
          <a:xfrm>
            <a:off x="3106901" y="1058013"/>
            <a:ext cx="2520000" cy="540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3238500" y="1431742"/>
            <a:ext cx="2265904" cy="32085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mtClean="0">
                <a:solidFill>
                  <a:srgbClr val="B0B0B0"/>
                </a:solidFill>
              </a:rPr>
              <a:t>STUDY</a:t>
            </a:r>
            <a:endParaRPr lang="ko-KR" altLang="en-US" b="1">
              <a:solidFill>
                <a:srgbClr val="B0B0B0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238500" y="1752600"/>
            <a:ext cx="756000" cy="204514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smtClean="0">
                <a:solidFill>
                  <a:srgbClr val="B0B0B0"/>
                </a:solidFill>
              </a:rPr>
              <a:t>HTML</a:t>
            </a:r>
            <a:endParaRPr lang="ko-KR" altLang="en-US" sz="600" b="1">
              <a:solidFill>
                <a:srgbClr val="B0B0B0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896505" y="1543991"/>
            <a:ext cx="144000" cy="10800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920300" y="1567630"/>
            <a:ext cx="97470" cy="63050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988801" y="1752600"/>
            <a:ext cx="756000" cy="204514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smtClean="0">
                <a:solidFill>
                  <a:srgbClr val="B0B0B0"/>
                </a:solidFill>
              </a:rPr>
              <a:t>CSS</a:t>
            </a:r>
            <a:endParaRPr lang="ko-KR" altLang="en-US" sz="600" b="1">
              <a:solidFill>
                <a:srgbClr val="B0B0B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744800" y="1752600"/>
            <a:ext cx="759603" cy="204514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>
                <a:solidFill>
                  <a:srgbClr val="B0B0B0"/>
                </a:solidFill>
              </a:rPr>
              <a:t>JAVASCRIPT</a:t>
            </a:r>
            <a:endParaRPr lang="ko-KR" altLang="en-US" sz="600" b="1">
              <a:solidFill>
                <a:srgbClr val="B0B0B0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238500" y="1955873"/>
            <a:ext cx="1134000" cy="204514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>
                <a:solidFill>
                  <a:srgbClr val="B0B0B0"/>
                </a:solidFill>
              </a:rPr>
              <a:t>CODE TEST</a:t>
            </a:r>
            <a:endParaRPr lang="ko-KR" altLang="en-US" sz="600" b="1">
              <a:solidFill>
                <a:srgbClr val="B0B0B0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374821" y="1955873"/>
            <a:ext cx="1129582" cy="204514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>
                <a:solidFill>
                  <a:srgbClr val="B0B0B0"/>
                </a:solidFill>
              </a:rPr>
              <a:t>REMAIN STUDY</a:t>
            </a:r>
            <a:endParaRPr lang="ko-KR" altLang="en-US" sz="600" b="1">
              <a:solidFill>
                <a:srgbClr val="B0B0B0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238500" y="2491689"/>
            <a:ext cx="2265903" cy="24564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smtClean="0">
                <a:solidFill>
                  <a:srgbClr val="B0B0B0"/>
                </a:solidFill>
              </a:rPr>
              <a:t>제목</a:t>
            </a:r>
            <a:endParaRPr lang="ko-KR" altLang="en-US" sz="1200" b="1">
              <a:solidFill>
                <a:srgbClr val="B0B0B0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238500" y="2737338"/>
            <a:ext cx="231747" cy="96788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470247" y="2737337"/>
            <a:ext cx="2034156" cy="967889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 작성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470247" y="3705227"/>
            <a:ext cx="1027458" cy="967888"/>
          </a:xfrm>
          <a:prstGeom prst="rect">
            <a:avLst/>
          </a:prstGeom>
          <a:solidFill>
            <a:schemeClr val="tx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040505" y="1543991"/>
            <a:ext cx="144000" cy="108443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062809" y="1567630"/>
            <a:ext cx="97470" cy="63050"/>
          </a:xfrm>
          <a:prstGeom prst="rect">
            <a:avLst/>
          </a:prstGeom>
          <a:solidFill>
            <a:srgbClr val="FDFDFD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189019" y="1542519"/>
            <a:ext cx="144000" cy="108443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212814" y="1566159"/>
            <a:ext cx="97470" cy="63050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333019" y="1542520"/>
            <a:ext cx="144000" cy="108443"/>
          </a:xfrm>
          <a:prstGeom prst="rect">
            <a:avLst/>
          </a:prstGeom>
          <a:solidFill>
            <a:srgbClr val="3A3A3A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355323" y="1566159"/>
            <a:ext cx="97470" cy="63050"/>
          </a:xfrm>
          <a:prstGeom prst="rect">
            <a:avLst/>
          </a:prstGeom>
          <a:solidFill>
            <a:srgbClr val="3A3A3A"/>
          </a:solidFill>
          <a:ln>
            <a:solidFill>
              <a:srgbClr val="7EA0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>
              <a:solidFill>
                <a:srgbClr val="B0B0B0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38500" y="3705226"/>
            <a:ext cx="231747" cy="96788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497705" y="3705226"/>
            <a:ext cx="1006698" cy="967888"/>
          </a:xfrm>
          <a:prstGeom prst="rect">
            <a:avLst/>
          </a:prstGeom>
          <a:solidFill>
            <a:schemeClr val="tx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240087" y="5395002"/>
            <a:ext cx="2265903" cy="24564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smtClean="0">
                <a:solidFill>
                  <a:srgbClr val="B0B0B0"/>
                </a:solidFill>
              </a:rPr>
              <a:t>제목</a:t>
            </a:r>
            <a:endParaRPr lang="ko-KR" altLang="en-US" sz="1200" b="1">
              <a:solidFill>
                <a:srgbClr val="B0B0B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240087" y="5640651"/>
            <a:ext cx="231747" cy="967888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471834" y="5640650"/>
            <a:ext cx="2034156" cy="967889"/>
          </a:xfrm>
          <a:prstGeom prst="rect">
            <a:avLst/>
          </a:prstGeom>
          <a:solidFill>
            <a:srgbClr val="FDFDFD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mtClean="0">
                <a:solidFill>
                  <a:srgbClr val="B0B0B0"/>
                </a:solidFill>
              </a:rPr>
              <a:t>설명 작성</a:t>
            </a:r>
            <a:endParaRPr lang="ko-KR" altLang="en-US" sz="1000" b="1">
              <a:solidFill>
                <a:srgbClr val="B0B0B0"/>
              </a:solidFill>
            </a:endParaRPr>
          </a:p>
        </p:txBody>
      </p:sp>
      <p:cxnSp>
        <p:nvCxnSpPr>
          <p:cNvPr id="67" name="직선 연결선 66"/>
          <p:cNvCxnSpPr/>
          <p:nvPr/>
        </p:nvCxnSpPr>
        <p:spPr>
          <a:xfrm>
            <a:off x="3238500" y="5050569"/>
            <a:ext cx="2265903" cy="0"/>
          </a:xfrm>
          <a:prstGeom prst="line">
            <a:avLst/>
          </a:prstGeom>
          <a:ln w="28575">
            <a:solidFill>
              <a:srgbClr val="B0B0B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2876561" y="6458013"/>
            <a:ext cx="3216589" cy="32085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rgbClr val="B0B0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940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497</Words>
  <Application>Microsoft Office PowerPoint</Application>
  <PresentationFormat>와이드스크린</PresentationFormat>
  <Paragraphs>221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LSJ</dc:creator>
  <cp:lastModifiedBy>LSJ</cp:lastModifiedBy>
  <cp:revision>40</cp:revision>
  <dcterms:created xsi:type="dcterms:W3CDTF">2024-12-02T13:16:23Z</dcterms:created>
  <dcterms:modified xsi:type="dcterms:W3CDTF">2025-01-09T10:11:45Z</dcterms:modified>
</cp:coreProperties>
</file>